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 Power of Remove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Simplifying Complexity, Enhancing Clarity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Remove?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The act of eliminating or getting rid of something unwanted or unnecessary.</a:t>
            </a:r>
          </a:p>
          <a:p>
            <a:pPr/>
            <a:r>
              <a:t>Removing obstacles, distractions, or barriers to achieve a goal or objective.</a:t>
            </a:r>
          </a:p>
          <a:p>
            <a:pPr/>
            <a:r>
              <a:t>The process of stripping away complexity to reveal the essence or core of something.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Remove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Improved focus and concentration by eliminating distractions.</a:t>
            </a:r>
          </a:p>
          <a:p>
            <a:pPr/>
            <a:r>
              <a:t>Enhanced creativity and innovation by removing constraints and limitations.</a:t>
            </a:r>
          </a:p>
          <a:p>
            <a:pPr/>
            <a:r>
              <a:t>Increased efficiency and productivity by streamlining processes and eliminating waste.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