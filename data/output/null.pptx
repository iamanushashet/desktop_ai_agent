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Rise of Virat Kohli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Journey of Cricketing Greatness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Life and Career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Born on November 5, 1988, in Delhi, India</a:t>
            </a:r>
          </a:p>
          <a:p>
            <a:pPr/>
            <a:r>
              <a:t>Began playing cricket at a young age, representing Delhi in the Under-15 and Under-19 teams</a:t>
            </a:r>
          </a:p>
          <a:p>
            <a:pPr/>
            <a:r>
              <a:t>Made his first-class debut in 2006 and quickly rose through the ranks to become a key player for India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International Career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Made his international debut in 2008 and has since become one of the most successful batsmen in Indian cricket history</a:t>
            </a:r>
          </a:p>
          <a:p>
            <a:pPr/>
            <a:r>
              <a:t>Has led India to several victories, including the 2011 World Cup and the 2013 Champions Trophy</a:t>
            </a:r>
          </a:p>
          <a:p>
            <a:pPr/>
            <a:r>
              <a:t>Has been named the ICC Cricketer of the Year in 2012 and 2017, and has also won the Sir Garfield Sobers Trophy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Records and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Holds the record for the most runs scored in international cricket, with over 25,000 runs across all formats</a:t>
            </a:r>
          </a:p>
          <a:p>
            <a:pPr/>
            <a:r>
              <a:t>Has scored 71 international centuries, including 27 in Test cricket and 44 in One-Day Internationals</a:t>
            </a:r>
          </a:p>
          <a:p>
            <a:pPr/>
            <a:r>
              <a:t>Has been named the Indian Cricketer of the Year multiple times, and has also won the Arjuna Award in 2013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and Philanthropy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Has been the captain of the Indian cricket team since 2017, leading the team to several victories and setting a new standard for Indian cricket</a:t>
            </a:r>
          </a:p>
          <a:p>
            <a:pPr/>
            <a:r>
              <a:t>Is involved in various philanthropic activities, including the Virat Kohli Foundation, which supports education and healthcare initiatives</a:t>
            </a:r>
          </a:p>
          <a:p>
            <a:pPr/>
            <a:r>
              <a:t>Has also been involved in several charity matches and events, using his platform to raise awareness and funds for various causes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